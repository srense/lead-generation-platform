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6" r:id="rId2"/>
    <p:sldId id="274" r:id="rId3"/>
    <p:sldId id="267" r:id="rId4"/>
    <p:sldId id="268" r:id="rId5"/>
    <p:sldId id="272" r:id="rId6"/>
    <p:sldId id="269" r:id="rId7"/>
    <p:sldId id="275" r:id="rId8"/>
    <p:sldId id="276" r:id="rId9"/>
    <p:sldId id="270" r:id="rId10"/>
    <p:sldId id="273" r:id="rId11"/>
    <p:sldId id="271" r:id="rId12"/>
    <p:sldId id="265" r:id="rId13"/>
    <p:sldId id="256" r:id="rId14"/>
    <p:sldId id="257" r:id="rId15"/>
    <p:sldId id="258" r:id="rId16"/>
    <p:sldId id="259" r:id="rId17"/>
    <p:sldId id="260" r:id="rId18"/>
    <p:sldId id="261" r:id="rId19"/>
    <p:sldId id="263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485" autoAdjust="0"/>
    <p:restoredTop sz="94660"/>
  </p:normalViewPr>
  <p:slideViewPr>
    <p:cSldViewPr>
      <p:cViewPr>
        <p:scale>
          <a:sx n="53" d="100"/>
          <a:sy n="53" d="100"/>
        </p:scale>
        <p:origin x="-1908" y="-4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BB7C04-B551-44FD-8926-5921FB8477F9}" type="datetimeFigureOut">
              <a:rPr lang="en-US" smtClean="0"/>
              <a:pPr/>
              <a:t>4/26/2024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816DFD-440C-44E9-8DF3-656A70B23EF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16DFD-440C-44E9-8DF3-656A70B23EFA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B05EE-0E62-4912-B694-9C8EF042AE55}" type="datetimeFigureOut">
              <a:rPr lang="en-US" smtClean="0"/>
              <a:pPr/>
              <a:t>4/26/2024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0181B-0880-4DD5-BC04-B0D6B4F21D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B05EE-0E62-4912-B694-9C8EF042AE55}" type="datetimeFigureOut">
              <a:rPr lang="en-US" smtClean="0"/>
              <a:pPr/>
              <a:t>4/26/2024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0181B-0880-4DD5-BC04-B0D6B4F21D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B05EE-0E62-4912-B694-9C8EF042AE55}" type="datetimeFigureOut">
              <a:rPr lang="en-US" smtClean="0"/>
              <a:pPr/>
              <a:t>4/26/2024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0181B-0880-4DD5-BC04-B0D6B4F21D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B05EE-0E62-4912-B694-9C8EF042AE55}" type="datetimeFigureOut">
              <a:rPr lang="en-US" smtClean="0"/>
              <a:pPr/>
              <a:t>4/26/2024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0181B-0880-4DD5-BC04-B0D6B4F21D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B05EE-0E62-4912-B694-9C8EF042AE55}" type="datetimeFigureOut">
              <a:rPr lang="en-US" smtClean="0"/>
              <a:pPr/>
              <a:t>4/26/2024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0181B-0880-4DD5-BC04-B0D6B4F21D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B05EE-0E62-4912-B694-9C8EF042AE55}" type="datetimeFigureOut">
              <a:rPr lang="en-US" smtClean="0"/>
              <a:pPr/>
              <a:t>4/26/2024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0181B-0880-4DD5-BC04-B0D6B4F21D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B05EE-0E62-4912-B694-9C8EF042AE55}" type="datetimeFigureOut">
              <a:rPr lang="en-US" smtClean="0"/>
              <a:pPr/>
              <a:t>4/26/2024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0181B-0880-4DD5-BC04-B0D6B4F21D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B05EE-0E62-4912-B694-9C8EF042AE55}" type="datetimeFigureOut">
              <a:rPr lang="en-US" smtClean="0"/>
              <a:pPr/>
              <a:t>4/26/2024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0181B-0880-4DD5-BC04-B0D6B4F21D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B05EE-0E62-4912-B694-9C8EF042AE55}" type="datetimeFigureOut">
              <a:rPr lang="en-US" smtClean="0"/>
              <a:pPr/>
              <a:t>4/26/2024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0181B-0880-4DD5-BC04-B0D6B4F21D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B05EE-0E62-4912-B694-9C8EF042AE55}" type="datetimeFigureOut">
              <a:rPr lang="en-US" smtClean="0"/>
              <a:pPr/>
              <a:t>4/26/2024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0181B-0880-4DD5-BC04-B0D6B4F21D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B05EE-0E62-4912-B694-9C8EF042AE55}" type="datetimeFigureOut">
              <a:rPr lang="en-US" smtClean="0"/>
              <a:pPr/>
              <a:t>4/26/2024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0181B-0880-4DD5-BC04-B0D6B4F21D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B05EE-0E62-4912-B694-9C8EF042AE55}" type="datetimeFigureOut">
              <a:rPr lang="en-US" smtClean="0"/>
              <a:pPr/>
              <a:t>4/26/2024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0181B-0880-4DD5-BC04-B0D6B4F21D2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7200" b="1" i="1" dirty="0" smtClean="0">
                <a:solidFill>
                  <a:srgbClr val="00B050"/>
                </a:solidFill>
                <a:latin typeface="Arial Black" pitchFamily="34" charset="0"/>
              </a:rPr>
              <a:t>Government registered Certificate </a:t>
            </a:r>
            <a:endParaRPr lang="en-US" sz="7200" b="1" i="1" dirty="0">
              <a:solidFill>
                <a:srgbClr val="00B050"/>
              </a:solidFill>
              <a:latin typeface="Arial Black" pitchFamily="34" charset="0"/>
            </a:endParaRPr>
          </a:p>
        </p:txBody>
      </p:sp>
      <p:pic>
        <p:nvPicPr>
          <p:cNvPr id="3074" name="Picture 2" descr="C:\Users\aarav\AppData\Local\Microsoft\Windows\INetCache\IE\NYLBB04L\government[1]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24400" y="0"/>
            <a:ext cx="4419600" cy="1066800"/>
          </a:xfrm>
          <a:prstGeom prst="rect">
            <a:avLst/>
          </a:prstGeom>
          <a:noFill/>
        </p:spPr>
      </p:pic>
      <p:pic>
        <p:nvPicPr>
          <p:cNvPr id="3076" name="Picture 4" descr="C:\Users\aarav\AppData\Local\Microsoft\Windows\INetCache\IE\1U1C4S18\india-national-symbols_html_811797b6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572000"/>
            <a:ext cx="2286001" cy="2895600"/>
          </a:xfrm>
          <a:prstGeom prst="rect">
            <a:avLst/>
          </a:prstGeom>
          <a:noFill/>
        </p:spPr>
      </p:pic>
      <p:sp>
        <p:nvSpPr>
          <p:cNvPr id="5" name="Oval 4"/>
          <p:cNvSpPr/>
          <p:nvPr/>
        </p:nvSpPr>
        <p:spPr>
          <a:xfrm rot="4061833">
            <a:off x="13002721" y="6412851"/>
            <a:ext cx="7049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417638"/>
          </a:xfrm>
        </p:spPr>
        <p:txBody>
          <a:bodyPr>
            <a:normAutofit fontScale="90000"/>
          </a:bodyPr>
          <a:lstStyle/>
          <a:p>
            <a:r>
              <a:rPr lang="en-US" sz="3600" dirty="0" smtClean="0">
                <a:latin typeface="Arial Black" pitchFamily="34" charset="0"/>
              </a:rPr>
              <a:t>GOVERNMENT  REGISTERED PRIVATE COMPANY   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7170" name="Picture 2" descr="C:\Users\aarav\Desktop\govt 2\IMG-20240426-WA006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1524000"/>
            <a:ext cx="5334000" cy="5334000"/>
          </a:xfrm>
          <a:prstGeom prst="rect">
            <a:avLst/>
          </a:prstGeom>
          <a:noFill/>
        </p:spPr>
      </p:pic>
      <p:pic>
        <p:nvPicPr>
          <p:cNvPr id="6146" name="Picture 2" descr="C:\Users\aarav\AppData\Local\Microsoft\Windows\INetCache\IE\1U1C4S18\india-national-symbols_html_811797b6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48600" y="5867400"/>
            <a:ext cx="1295400" cy="1219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6200" y="-228600"/>
            <a:ext cx="92202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2">
                    <a:lumMod val="25000"/>
                  </a:schemeClr>
                </a:solidFill>
                <a:latin typeface="Arial Black" pitchFamily="34" charset="0"/>
              </a:rPr>
              <a:t>Company trade mark certificate</a:t>
            </a:r>
            <a:endParaRPr lang="en-US" dirty="0">
              <a:solidFill>
                <a:schemeClr val="bg2">
                  <a:lumMod val="25000"/>
                </a:schemeClr>
              </a:solidFill>
              <a:latin typeface="Arial Black" pitchFamily="34" charset="0"/>
            </a:endParaRPr>
          </a:p>
        </p:txBody>
      </p:sp>
      <p:pic>
        <p:nvPicPr>
          <p:cNvPr id="1027" name="Picture 3" descr="C:\Users\aarav\Desktop\govt 2\IMG-20240426-WA007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38200"/>
            <a:ext cx="9144000" cy="6019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90600" y="0"/>
            <a:ext cx="10972800" cy="1143000"/>
          </a:xfrm>
        </p:spPr>
        <p:txBody>
          <a:bodyPr>
            <a:normAutofit/>
          </a:bodyPr>
          <a:lstStyle/>
          <a:p>
            <a:r>
              <a:rPr lang="en-US" sz="4000" dirty="0" smtClean="0">
                <a:latin typeface="Arial Black" pitchFamily="34" charset="0"/>
              </a:rPr>
              <a:t>GST NUMBER &amp;FLP DIRECTORS </a:t>
            </a:r>
            <a:endParaRPr lang="en-US" sz="4000" dirty="0">
              <a:latin typeface="Arial Black" pitchFamily="34" charset="0"/>
            </a:endParaRPr>
          </a:p>
        </p:txBody>
      </p:sp>
      <p:pic>
        <p:nvPicPr>
          <p:cNvPr id="2050" name="Picture 2" descr="C:\Users\aarav\Desktop\govt 2\IMG-20240426-WA0066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14400"/>
            <a:ext cx="9144000" cy="5943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b="1" dirty="0" err="1" smtClean="0">
                <a:solidFill>
                  <a:schemeClr val="bg2">
                    <a:lumMod val="25000"/>
                  </a:schemeClr>
                </a:solidFill>
                <a:latin typeface="Arial Black" pitchFamily="34" charset="0"/>
              </a:rPr>
              <a:t>Emport</a:t>
            </a:r>
            <a:r>
              <a:rPr lang="en-US" b="1" dirty="0" smtClean="0">
                <a:solidFill>
                  <a:schemeClr val="bg2">
                    <a:lumMod val="25000"/>
                  </a:schemeClr>
                </a:solidFill>
                <a:latin typeface="Arial Black" pitchFamily="34" charset="0"/>
              </a:rPr>
              <a:t> export certificate</a:t>
            </a:r>
            <a:endParaRPr lang="en-US" b="1" dirty="0">
              <a:solidFill>
                <a:schemeClr val="bg2">
                  <a:lumMod val="25000"/>
                </a:schemeClr>
              </a:solidFill>
              <a:latin typeface="Arial Black" pitchFamily="34" charset="0"/>
            </a:endParaRPr>
          </a:p>
        </p:txBody>
      </p:sp>
      <p:pic>
        <p:nvPicPr>
          <p:cNvPr id="3074" name="Picture 2" descr="C:\Users\aarav\Desktop\govt 2\IMG-20240426-WA006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990600"/>
            <a:ext cx="7672387" cy="5867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2">
                    <a:lumMod val="25000"/>
                  </a:schemeClr>
                </a:solidFill>
                <a:latin typeface="Arial Black" pitchFamily="34" charset="0"/>
              </a:rPr>
              <a:t>FLP IS NOT MEMBER MAKING SCAM </a:t>
            </a:r>
            <a:endParaRPr lang="en-US" dirty="0">
              <a:solidFill>
                <a:schemeClr val="bg2">
                  <a:lumMod val="25000"/>
                </a:schemeClr>
              </a:solidFill>
              <a:latin typeface="Arial Black" pitchFamily="34" charset="0"/>
            </a:endParaRPr>
          </a:p>
        </p:txBody>
      </p:sp>
      <p:pic>
        <p:nvPicPr>
          <p:cNvPr id="4098" name="Picture 2" descr="C:\Users\aarav\Desktop\govt 2\IMG-20240426-WA0065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43001"/>
            <a:ext cx="9144000" cy="5715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9220200" cy="1143000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2">
                    <a:lumMod val="25000"/>
                  </a:schemeClr>
                </a:solidFill>
                <a:latin typeface="Arial Black" pitchFamily="34" charset="0"/>
              </a:rPr>
              <a:t>COMPANY FBO INFORMATION</a:t>
            </a:r>
            <a:endParaRPr lang="en-US" dirty="0">
              <a:solidFill>
                <a:schemeClr val="bg2">
                  <a:lumMod val="25000"/>
                </a:schemeClr>
              </a:solidFill>
              <a:latin typeface="Arial Black" pitchFamily="34" charset="0"/>
            </a:endParaRPr>
          </a:p>
        </p:txBody>
      </p:sp>
      <p:pic>
        <p:nvPicPr>
          <p:cNvPr id="1026" name="Picture 2" descr="C:\Users\aarav\Desktop\govt 2\IMG-20240426-WA008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90600"/>
            <a:ext cx="9144000" cy="5867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 descr="C:\Users\aarav\Desktop\govt 2\IMG-20240426-WA008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47625"/>
            <a:ext cx="9144000" cy="69532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Arial Black" pitchFamily="34" charset="0"/>
              </a:rPr>
              <a:t>INDIAN TOP FSSAI CETIFICATE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5122" name="Picture 2" descr="C:\Users\aarav\Desktop\govt 2\IMG-20240426-WA007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1143000"/>
            <a:ext cx="6848475" cy="5715000"/>
          </a:xfrm>
          <a:prstGeom prst="rect">
            <a:avLst/>
          </a:prstGeom>
          <a:noFill/>
        </p:spPr>
      </p:pic>
      <p:pic>
        <p:nvPicPr>
          <p:cNvPr id="4098" name="Picture 2" descr="C:\Users\aarav\AppData\Local\Microsoft\Windows\INetCache\IE\1U1C4S18\india-national-symbols_html_811797b6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953000"/>
            <a:ext cx="1828801" cy="2362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arav\Desktop\govt 2\IMG-20240426-WA007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3505200"/>
            <a:ext cx="6819900" cy="3352800"/>
          </a:xfrm>
          <a:prstGeom prst="rect">
            <a:avLst/>
          </a:prstGeom>
          <a:noFill/>
        </p:spPr>
      </p:pic>
      <p:pic>
        <p:nvPicPr>
          <p:cNvPr id="6147" name="Picture 3" descr="C:\Users\aarav\Desktop\govt 2\IMG-20240426-WA0069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3000" y="457200"/>
            <a:ext cx="6858000" cy="2895600"/>
          </a:xfrm>
          <a:prstGeom prst="rect">
            <a:avLst/>
          </a:prstGeom>
          <a:noFill/>
        </p:spPr>
      </p:pic>
      <p:pic>
        <p:nvPicPr>
          <p:cNvPr id="5122" name="Picture 2" descr="C:\Users\aarav\AppData\Local\Microsoft\Windows\INetCache\IE\1U1C4S18\india-national-symbols_html_811797b6[1]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5181600"/>
            <a:ext cx="1143000" cy="2133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:\Users\aarav\Desktop\govt 2\IMG-20240426-WA007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xmlns="" id="{68DA33B3-480F-2B4A-AB38-304B4864F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95488"/>
            <a:ext cx="8966743" cy="63625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278495E-EA34-F749-9188-C41983445F06}"/>
              </a:ext>
            </a:extLst>
          </p:cNvPr>
          <p:cNvSpPr txBox="1"/>
          <p:nvPr/>
        </p:nvSpPr>
        <p:spPr>
          <a:xfrm>
            <a:off x="2514600" y="0"/>
            <a:ext cx="4800600" cy="64633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3600" b="1" dirty="0" smtClean="0"/>
              <a:t>CERTIFICATES </a:t>
            </a:r>
            <a:r>
              <a:rPr lang="en-US" sz="3600" b="1" dirty="0"/>
              <a:t>&amp; </a:t>
            </a:r>
            <a:r>
              <a:rPr lang="en-US" sz="3600" b="1" dirty="0" smtClean="0"/>
              <a:t>SEALS</a:t>
            </a:r>
            <a:r>
              <a:rPr lang="en-US" sz="36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616846764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:\Users\aarav\Desktop\New folder (2)\IMG-20231225-WA003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676400" y="0"/>
            <a:ext cx="12649200" cy="11430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  <a:latin typeface="Arial Black" pitchFamily="34" charset="0"/>
              </a:rPr>
              <a:t>IASC</a:t>
            </a:r>
            <a:r>
              <a:rPr lang="en-US" dirty="0" smtClean="0"/>
              <a:t> = </a:t>
            </a:r>
            <a:r>
              <a:rPr lang="en-US" sz="2800" dirty="0" smtClean="0">
                <a:solidFill>
                  <a:srgbClr val="00B050"/>
                </a:solidFill>
                <a:latin typeface="Arial Black" pitchFamily="34" charset="0"/>
              </a:rPr>
              <a:t>International aloe science council seal</a:t>
            </a:r>
            <a:endParaRPr lang="en-US" sz="2800" dirty="0">
              <a:solidFill>
                <a:srgbClr val="00B050"/>
              </a:solidFill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C:\Users\aarav\Desktop\New folder (2)\IMG-20231225-WA003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90600"/>
            <a:ext cx="9144000" cy="5867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 Black" pitchFamily="34" charset="0"/>
              </a:rPr>
              <a:t>Crulety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 Black" pitchFamily="34" charset="0"/>
              </a:rPr>
              <a:t> free certificate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 descr="C:\Users\aarav\Desktop\New folder (2)\IMG-20231225-WA003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59635" y="1219200"/>
            <a:ext cx="9144000" cy="5638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rgbClr val="FFC000"/>
                </a:solidFill>
                <a:latin typeface="Arial Black" pitchFamily="34" charset="0"/>
              </a:rPr>
              <a:t>Kosher rating certified</a:t>
            </a:r>
            <a:endParaRPr lang="en-US" dirty="0">
              <a:solidFill>
                <a:srgbClr val="FFC000"/>
              </a:solidFill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9" name="Picture 3" descr="C:\Users\aarav\Desktop\New folder (2)\IMG-20231225-WA005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95400"/>
            <a:ext cx="9144000" cy="6477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solidFill>
                  <a:srgbClr val="00B050"/>
                </a:solidFill>
                <a:latin typeface="Arial Black" pitchFamily="34" charset="0"/>
              </a:rPr>
              <a:t>M HALAL CERTIFIED</a:t>
            </a:r>
            <a:endParaRPr lang="en-US" dirty="0">
              <a:solidFill>
                <a:srgbClr val="00B050"/>
              </a:solidFill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C:\Users\aarav\Desktop\New folder (2)\IMG-20231225-WA0046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62000"/>
            <a:ext cx="9144000" cy="62103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Arial Black" pitchFamily="34" charset="0"/>
              </a:rPr>
              <a:t>BLUE THUMB AWARD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C:\Users\aarav\Desktop\New folder (2)\IMG-20231225-WA003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90600"/>
            <a:ext cx="9144000" cy="5867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xmlns="" id="{A3110971-3773-9BDA-9F34-D7AAC69D3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060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0"/>
            <a:ext cx="1066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latin typeface="Arial Black" pitchFamily="34" charset="0"/>
              </a:rPr>
              <a:t>BRAND OF THE DECADE AWARD </a:t>
            </a:r>
            <a:endParaRPr lang="en-US" sz="3600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479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62</Words>
  <Application>Microsoft Office PowerPoint</Application>
  <PresentationFormat>On-screen Show (4:3)</PresentationFormat>
  <Paragraphs>16</Paragraphs>
  <Slides>19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Government registered Certificate </vt:lpstr>
      <vt:lpstr>GOVERNMENT  REGISTERED PRIVATE COMPANY      </vt:lpstr>
      <vt:lpstr>Company trade mark certificate</vt:lpstr>
      <vt:lpstr>GST NUMBER &amp;FLP DIRECTORS </vt:lpstr>
      <vt:lpstr>Emport export certificate</vt:lpstr>
      <vt:lpstr>FLP IS NOT MEMBER MAKING SCAM </vt:lpstr>
      <vt:lpstr>COMPANY FBO INFORMATION</vt:lpstr>
      <vt:lpstr>Slide 8</vt:lpstr>
      <vt:lpstr>INDIAN TOP FSSAI CETIFICATE</vt:lpstr>
      <vt:lpstr>Slide 10</vt:lpstr>
      <vt:lpstr>Slide 11</vt:lpstr>
      <vt:lpstr>Slide 12</vt:lpstr>
      <vt:lpstr>Slide 13</vt:lpstr>
      <vt:lpstr>IASC = International aloe science council seal</vt:lpstr>
      <vt:lpstr>Crulety free certificate</vt:lpstr>
      <vt:lpstr>Kosher rating certified</vt:lpstr>
      <vt:lpstr> M HALAL CERTIFIED</vt:lpstr>
      <vt:lpstr>BLUE THUMB AWARD</vt:lpstr>
      <vt:lpstr>Slide 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aarav</dc:creator>
  <cp:lastModifiedBy>aarav</cp:lastModifiedBy>
  <cp:revision>8</cp:revision>
  <dcterms:created xsi:type="dcterms:W3CDTF">2024-02-13T10:33:00Z</dcterms:created>
  <dcterms:modified xsi:type="dcterms:W3CDTF">2024-04-26T16:55:31Z</dcterms:modified>
</cp:coreProperties>
</file>